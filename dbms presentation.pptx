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702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9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741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HARI KUMAR RAVITEJA</cp:lastModifiedBy>
  <cp:revision>1</cp:revision>
  <dcterms:modified xsi:type="dcterms:W3CDTF">2026-08-07T16:22:30Z</dcterms:modified>
</cp:coreProperties>
</file>